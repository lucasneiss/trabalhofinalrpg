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Fluxo: jogador envia ação via Socket.io; o servidor valida regras e dados, monta o contexto (cena + fichas), chama o Gemini para narrar e faz broadcast para a sala. Imagens são geradas no servidor e salvas em disco; o banco guarda o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tabelas pedidas no enunciado. salas.mapa_atual_id aponta para o mapa em que o grupo está; personagens.sala_id fica nulo até o jogador entrar numa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↔ Express + Socket.io ↔ Banco ↔ Gemini / Nano Banana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222638"/>
          </a:solidFill>
          <a:ln w="19050">
            <a:solidFill>
              <a:srgbClr val="6EC1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C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(Front-end)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JS Vanilla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mapa, mural, ficha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Socket.io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222638"/>
          </a:solidFill>
          <a:ln w="19050">
            <a:solidFill>
              <a:srgbClr val="F5B8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Node.js + Express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2763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→ Controllers →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bcrypt + sessão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Regras: D20, vida, inventário, mapas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Socket.io: salas e broadcast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.env: chave só aqui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22638"/>
          </a:solidFill>
          <a:ln w="19050">
            <a:solidFill>
              <a:srgbClr val="9BD6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SQLite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62763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+ migrações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tabelas com FKs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29260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22638"/>
          </a:solidFill>
          <a:ln w="19050">
            <a:solidFill>
              <a:srgbClr val="E58B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27355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Mestre e NPCs (texto)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Banana: avatares e mapas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286000"/>
            <a:ext cx="822960" cy="0"/>
          </a:xfrm>
          <a:prstGeom prst="line">
            <a:avLst/>
          </a:prstGeom>
          <a:noFill/>
          <a:ln w="19050">
            <a:solidFill>
              <a:srgbClr val="A9AEC4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240280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WebSocket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52160" y="1965960"/>
            <a:ext cx="822960" cy="0"/>
          </a:xfrm>
          <a:prstGeom prst="line">
            <a:avLst/>
          </a:prstGeom>
          <a:noFill/>
          <a:ln w="19050">
            <a:solidFill>
              <a:srgbClr val="A9AEC4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623560" y="1709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52160" y="3611880"/>
            <a:ext cx="822960" cy="0"/>
          </a:xfrm>
          <a:prstGeom prst="line">
            <a:avLst/>
          </a:prstGeom>
          <a:noFill/>
          <a:ln w="19050">
            <a:solidFill>
              <a:srgbClr val="A9AEC4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623560" y="3355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(429 tratado)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manda nas regras; a IA apenas narra o resultado. O navegador nunca acessa a API do Gemini.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do banco de dados relacional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com chaves estrangeiras (PRAGMA foreign_keys = ON) e migrações numeradas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103120" cy="1225296"/>
          </a:xfrm>
          <a:prstGeom prst="rect">
            <a:avLst/>
          </a:prstGeom>
          <a:solidFill>
            <a:srgbClr val="222638"/>
          </a:solidFill>
          <a:ln w="19050">
            <a:solidFill>
              <a:srgbClr val="6EC1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103120" cy="274320"/>
          </a:xfrm>
          <a:prstGeom prst="rect">
            <a:avLst/>
          </a:prstGeom>
          <a:solidFill>
            <a:srgbClr val="6EC1E4"/>
          </a:solidFill>
          <a:ln w="6350">
            <a:solidFill>
              <a:srgbClr val="6EC1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188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1499616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(unique)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senha_hash (bcrypt)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criado_em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520440" y="1188720"/>
            <a:ext cx="2286000" cy="1408176"/>
          </a:xfrm>
          <a:prstGeom prst="rect">
            <a:avLst/>
          </a:prstGeom>
          <a:solidFill>
            <a:srgbClr val="222638"/>
          </a:solidFill>
          <a:ln w="19050">
            <a:solidFill>
              <a:srgbClr val="F5B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188720"/>
            <a:ext cx="2286000" cy="274320"/>
          </a:xfrm>
          <a:prstGeom prst="rect">
            <a:avLst/>
          </a:prstGeom>
          <a:solidFill>
            <a:srgbClr val="F5B841"/>
          </a:solidFill>
          <a:ln w="6350">
            <a:solidFill>
              <a:srgbClr val="F5B8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3592" y="118872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1499616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 (unique)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nome, tema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host_id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lore, objetivo, 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mapa_atual_id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0" y="1188720"/>
            <a:ext cx="2103120" cy="1408176"/>
          </a:xfrm>
          <a:prstGeom prst="rect">
            <a:avLst/>
          </a:prstGeom>
          <a:solidFill>
            <a:srgbClr val="222638"/>
          </a:solidFill>
          <a:ln w="19050">
            <a:solidFill>
              <a:srgbClr val="9BD6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188720"/>
            <a:ext cx="2103120" cy="274320"/>
          </a:xfrm>
          <a:prstGeom prst="rect">
            <a:avLst/>
          </a:prstGeom>
          <a:solidFill>
            <a:srgbClr val="9BD67A"/>
          </a:solidFill>
          <a:ln w="6350">
            <a:solidFill>
              <a:srgbClr val="9BD6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48272" y="118872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mapas_cenarios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1499616"/>
            <a:ext cx="195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sala_id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ordem, nome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descricao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prompt_imagem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imagem_path, visitado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103120" cy="1956816"/>
          </a:xfrm>
          <a:prstGeom prst="rect">
            <a:avLst/>
          </a:prstGeom>
          <a:solidFill>
            <a:srgbClr val="222638"/>
          </a:solidFill>
          <a:ln w="19050">
            <a:solidFill>
              <a:srgbClr val="E58B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2103120" cy="274320"/>
          </a:xfrm>
          <a:prstGeom prst="rect">
            <a:avLst/>
          </a:prstGeom>
          <a:solidFill>
            <a:srgbClr val="E58BB5"/>
          </a:solidFill>
          <a:ln w="6350">
            <a:solidFill>
              <a:srgbClr val="E58B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28346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personagens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" y="3145536"/>
            <a:ext cx="19568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usuario_id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sala_id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nome, classe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for, des, int, car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vida_max, vida_atual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inventario (JSON)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descricao_fisica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avatar_path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20440" y="3108960"/>
            <a:ext cx="2286000" cy="1225296"/>
          </a:xfrm>
          <a:prstGeom prst="rect">
            <a:avLst/>
          </a:prstGeom>
          <a:solidFill>
            <a:srgbClr val="222638"/>
          </a:solidFill>
          <a:ln w="19050">
            <a:solidFill>
              <a:srgbClr val="A9AE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3108960"/>
            <a:ext cx="2286000" cy="274320"/>
          </a:xfrm>
          <a:prstGeom prst="rect">
            <a:avLst/>
          </a:prstGeom>
          <a:solidFill>
            <a:srgbClr val="A9AEC4"/>
          </a:solidFill>
          <a:ln w="6350">
            <a:solidFill>
              <a:srgbClr val="A9AE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93592" y="31089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593592" y="3419856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sala_id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personagem_id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(jogador, mestre, npc)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2F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autor_nome, conteudo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68880" y="1554480"/>
            <a:ext cx="1051560" cy="0"/>
          </a:xfrm>
          <a:prstGeom prst="line">
            <a:avLst/>
          </a:prstGeom>
          <a:noFill/>
          <a:ln w="15240">
            <a:solidFill>
              <a:srgbClr val="A9AE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06440" y="1554480"/>
            <a:ext cx="868680" cy="0"/>
          </a:xfrm>
          <a:prstGeom prst="line">
            <a:avLst/>
          </a:prstGeom>
          <a:noFill/>
          <a:ln w="15240">
            <a:solidFill>
              <a:srgbClr val="A9AEC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51460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host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1325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17320" y="2331720"/>
            <a:ext cx="0" cy="502920"/>
          </a:xfrm>
          <a:prstGeom prst="line">
            <a:avLst/>
          </a:prstGeom>
          <a:noFill/>
          <a:ln w="15240">
            <a:solidFill>
              <a:srgbClr val="A9AEC4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46304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331720"/>
            <a:ext cx="0" cy="777240"/>
          </a:xfrm>
          <a:prstGeom prst="line">
            <a:avLst/>
          </a:prstGeom>
          <a:noFill/>
          <a:ln w="15240">
            <a:solidFill>
              <a:srgbClr val="A9AEC4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70916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3429000"/>
            <a:ext cx="1051560" cy="0"/>
          </a:xfrm>
          <a:prstGeom prst="line">
            <a:avLst/>
          </a:prstGeom>
          <a:noFill/>
          <a:ln w="15240">
            <a:solidFill>
              <a:srgbClr val="A9AEC4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126480" y="3246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personagens.sala_id liga o jogador à sala (1:N). Cascata: apagar usuário apaga salas, mapas e mensagens. Mensagens de NPC/Mestre têm personagem_id nulo.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RPG Multiplayer com Gemini - Slides 2 e 3</dc:title>
  <dc:subject>PptxGenJS Presentation</dc:subject>
  <dc:creator>PptxGenJS</dc:creator>
  <cp:lastModifiedBy>PptxGenJS</cp:lastModifiedBy>
  <cp:revision>1</cp:revision>
  <dcterms:created xsi:type="dcterms:W3CDTF">2026-10-27T13:07:26Z</dcterms:created>
  <dcterms:modified xsi:type="dcterms:W3CDTF">2026-10-27T13:07:26Z</dcterms:modified>
</cp:coreProperties>
</file>